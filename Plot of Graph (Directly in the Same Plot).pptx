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396" y="-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22F-45D3-4037-AF62-37519D86A9E1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B3B1-BBA3-45D4-96DD-5B5334E379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5100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22F-45D3-4037-AF62-37519D86A9E1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B3B1-BBA3-45D4-96DD-5B5334E379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059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22F-45D3-4037-AF62-37519D86A9E1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B3B1-BBA3-45D4-96DD-5B5334E379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7636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22F-45D3-4037-AF62-37519D86A9E1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B3B1-BBA3-45D4-96DD-5B5334E379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1046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22F-45D3-4037-AF62-37519D86A9E1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B3B1-BBA3-45D4-96DD-5B5334E379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3893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22F-45D3-4037-AF62-37519D86A9E1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B3B1-BBA3-45D4-96DD-5B5334E379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9623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22F-45D3-4037-AF62-37519D86A9E1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B3B1-BBA3-45D4-96DD-5B5334E379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3234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22F-45D3-4037-AF62-37519D86A9E1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B3B1-BBA3-45D4-96DD-5B5334E379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65907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22F-45D3-4037-AF62-37519D86A9E1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B3B1-BBA3-45D4-96DD-5B5334E379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93576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22F-45D3-4037-AF62-37519D86A9E1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B3B1-BBA3-45D4-96DD-5B5334E379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8176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522F-45D3-4037-AF62-37519D86A9E1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BB3B1-BBA3-45D4-96DD-5B5334E379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7182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0522F-45D3-4037-AF62-37519D86A9E1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BB3B1-BBA3-45D4-96DD-5B5334E379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5411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6C2C3-6207-6C2B-2B28-9D43DBA50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0B4786-B065-0EF9-E81B-CFF9E953E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196" y="1027580"/>
            <a:ext cx="6869196" cy="9361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3D78FB-C62D-7EA9-982D-EE8CF24FFF3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347" t="6485" r="31947" b="11030"/>
          <a:stretch>
            <a:fillRect/>
          </a:stretch>
        </p:blipFill>
        <p:spPr>
          <a:xfrm>
            <a:off x="1333501" y="1231900"/>
            <a:ext cx="3378200" cy="80772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FD261F8-F74D-724A-4DCE-B95B64F05C3D}"/>
              </a:ext>
            </a:extLst>
          </p:cNvPr>
          <p:cNvSpPr/>
          <p:nvPr/>
        </p:nvSpPr>
        <p:spPr>
          <a:xfrm>
            <a:off x="2221653" y="2160693"/>
            <a:ext cx="139700" cy="1397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0AFB4E2-E73F-62B2-0BE2-2EEF3E0576EF}"/>
              </a:ext>
            </a:extLst>
          </p:cNvPr>
          <p:cNvSpPr/>
          <p:nvPr/>
        </p:nvSpPr>
        <p:spPr>
          <a:xfrm>
            <a:off x="2962911" y="6216650"/>
            <a:ext cx="139700" cy="1397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3743B81-EA86-D6E1-3C9F-63BF65DEB885}"/>
              </a:ext>
            </a:extLst>
          </p:cNvPr>
          <p:cNvSpPr/>
          <p:nvPr/>
        </p:nvSpPr>
        <p:spPr>
          <a:xfrm>
            <a:off x="3800689" y="9239250"/>
            <a:ext cx="139700" cy="1397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F50280-DBFF-7CB2-F922-911ADC976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291" y="2639895"/>
            <a:ext cx="2931015" cy="48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69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Nanda Najih Habibil Afif</dc:creator>
  <cp:lastModifiedBy>Nanda Najih Habibil Afif</cp:lastModifiedBy>
  <cp:revision>4</cp:revision>
  <dcterms:created xsi:type="dcterms:W3CDTF">2026-03-09T10:35:10Z</dcterms:created>
  <dcterms:modified xsi:type="dcterms:W3CDTF">2026-03-09T11:39:59Z</dcterms:modified>
</cp:coreProperties>
</file>