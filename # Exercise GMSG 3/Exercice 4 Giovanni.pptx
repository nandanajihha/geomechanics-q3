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FBEE1-EF35-462A-A5ED-0F6B2809A1A6}" v="28" dt="2026-03-28T16:26:57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dfouni" userId="11246a259a7f76ca" providerId="LiveId" clId="{5A2EEA3B-EDDB-4F85-9183-AF5FA427644B}"/>
    <pc:docChg chg="undo custSel modSld">
      <pc:chgData name="Natalia dfouni" userId="11246a259a7f76ca" providerId="LiveId" clId="{5A2EEA3B-EDDB-4F85-9183-AF5FA427644B}" dt="2026-03-28T16:26:57.534" v="190" actId="692"/>
      <pc:docMkLst>
        <pc:docMk/>
      </pc:docMkLst>
      <pc:sldChg chg="addSp delSp modSp mod">
        <pc:chgData name="Natalia dfouni" userId="11246a259a7f76ca" providerId="LiveId" clId="{5A2EEA3B-EDDB-4F85-9183-AF5FA427644B}" dt="2026-03-28T16:26:57.534" v="190" actId="692"/>
        <pc:sldMkLst>
          <pc:docMk/>
          <pc:sldMk cId="2405184198" sldId="257"/>
        </pc:sldMkLst>
        <pc:spChg chg="add del">
          <ac:chgData name="Natalia dfouni" userId="11246a259a7f76ca" providerId="LiveId" clId="{5A2EEA3B-EDDB-4F85-9183-AF5FA427644B}" dt="2026-03-28T09:17:48.681" v="173" actId="478"/>
          <ac:spMkLst>
            <pc:docMk/>
            <pc:sldMk cId="2405184198" sldId="257"/>
            <ac:spMk id="2" creationId="{0812D773-0143-6A7E-9C60-BE8570AC644E}"/>
          </ac:spMkLst>
        </pc:spChg>
        <pc:spChg chg="add del">
          <ac:chgData name="Natalia dfouni" userId="11246a259a7f76ca" providerId="LiveId" clId="{5A2EEA3B-EDDB-4F85-9183-AF5FA427644B}" dt="2026-03-28T09:18:12.683" v="176" actId="478"/>
          <ac:spMkLst>
            <pc:docMk/>
            <pc:sldMk cId="2405184198" sldId="257"/>
            <ac:spMk id="4" creationId="{3DB8A5ED-968E-6C67-C297-304196234227}"/>
          </ac:spMkLst>
        </pc:spChg>
        <pc:spChg chg="add del">
          <ac:chgData name="Natalia dfouni" userId="11246a259a7f76ca" providerId="LiveId" clId="{5A2EEA3B-EDDB-4F85-9183-AF5FA427644B}" dt="2026-03-28T09:18:30.572" v="178" actId="478"/>
          <ac:spMkLst>
            <pc:docMk/>
            <pc:sldMk cId="2405184198" sldId="257"/>
            <ac:spMk id="5" creationId="{B94F47EC-46EE-8B89-48E3-0432BA6F207F}"/>
          </ac:spMkLst>
        </pc:spChg>
        <pc:spChg chg="add">
          <ac:chgData name="Natalia dfouni" userId="11246a259a7f76ca" providerId="LiveId" clId="{5A2EEA3B-EDDB-4F85-9183-AF5FA427644B}" dt="2026-03-28T09:18:51.657" v="179" actId="11529"/>
          <ac:spMkLst>
            <pc:docMk/>
            <pc:sldMk cId="2405184198" sldId="257"/>
            <ac:spMk id="6" creationId="{1FA9A65A-62B0-722C-DEB6-49D2A6A323FD}"/>
          </ac:spMkLst>
        </pc:spChg>
        <pc:spChg chg="mod">
          <ac:chgData name="Natalia dfouni" userId="11246a259a7f76ca" providerId="LiveId" clId="{5A2EEA3B-EDDB-4F85-9183-AF5FA427644B}" dt="2026-03-27T19:39:08.115" v="164" actId="1076"/>
          <ac:spMkLst>
            <pc:docMk/>
            <pc:sldMk cId="2405184198" sldId="257"/>
            <ac:spMk id="39" creationId="{3C33226A-25B5-A6E8-AB9A-12F0FD9C0155}"/>
          </ac:spMkLst>
        </pc:spChg>
        <pc:spChg chg="add del">
          <ac:chgData name="Natalia dfouni" userId="11246a259a7f76ca" providerId="LiveId" clId="{5A2EEA3B-EDDB-4F85-9183-AF5FA427644B}" dt="2026-03-27T19:20:10.745" v="1" actId="478"/>
          <ac:spMkLst>
            <pc:docMk/>
            <pc:sldMk cId="2405184198" sldId="257"/>
            <ac:spMk id="46" creationId="{9AAF1F86-B458-E527-D2BA-DA8FE45A5F93}"/>
          </ac:spMkLst>
        </pc:spChg>
        <pc:spChg chg="add del">
          <ac:chgData name="Natalia dfouni" userId="11246a259a7f76ca" providerId="LiveId" clId="{5A2EEA3B-EDDB-4F85-9183-AF5FA427644B}" dt="2026-03-27T19:22:42.077" v="3" actId="478"/>
          <ac:spMkLst>
            <pc:docMk/>
            <pc:sldMk cId="2405184198" sldId="257"/>
            <ac:spMk id="47" creationId="{5DEAFBBB-099E-4C55-DD20-09D0A2167AC4}"/>
          </ac:spMkLst>
        </pc:spChg>
        <pc:spChg chg="add mod">
          <ac:chgData name="Natalia dfouni" userId="11246a259a7f76ca" providerId="LiveId" clId="{5A2EEA3B-EDDB-4F85-9183-AF5FA427644B}" dt="2026-03-27T19:38:12.558" v="151" actId="1076"/>
          <ac:spMkLst>
            <pc:docMk/>
            <pc:sldMk cId="2405184198" sldId="257"/>
            <ac:spMk id="58" creationId="{79609655-0740-3186-F44C-31A99A21D07E}"/>
          </ac:spMkLst>
        </pc:spChg>
        <pc:spChg chg="add mod">
          <ac:chgData name="Natalia dfouni" userId="11246a259a7f76ca" providerId="LiveId" clId="{5A2EEA3B-EDDB-4F85-9183-AF5FA427644B}" dt="2026-03-27T19:31:28.750" v="47" actId="1076"/>
          <ac:spMkLst>
            <pc:docMk/>
            <pc:sldMk cId="2405184198" sldId="257"/>
            <ac:spMk id="59" creationId="{46A5888E-4C90-12F5-A83F-75674C8A2FB0}"/>
          </ac:spMkLst>
        </pc:spChg>
        <pc:spChg chg="add mod">
          <ac:chgData name="Natalia dfouni" userId="11246a259a7f76ca" providerId="LiveId" clId="{5A2EEA3B-EDDB-4F85-9183-AF5FA427644B}" dt="2026-03-27T19:32:01.989" v="57" actId="1076"/>
          <ac:spMkLst>
            <pc:docMk/>
            <pc:sldMk cId="2405184198" sldId="257"/>
            <ac:spMk id="60" creationId="{475F1231-F1CE-4527-8977-53877B13F49D}"/>
          </ac:spMkLst>
        </pc:spChg>
        <pc:spChg chg="add mod">
          <ac:chgData name="Natalia dfouni" userId="11246a259a7f76ca" providerId="LiveId" clId="{5A2EEA3B-EDDB-4F85-9183-AF5FA427644B}" dt="2026-03-27T19:38:48.309" v="160" actId="1076"/>
          <ac:spMkLst>
            <pc:docMk/>
            <pc:sldMk cId="2405184198" sldId="257"/>
            <ac:spMk id="61" creationId="{E858AF33-8AA1-F803-F35B-DECB8A3B8089}"/>
          </ac:spMkLst>
        </pc:spChg>
        <pc:spChg chg="add mod">
          <ac:chgData name="Natalia dfouni" userId="11246a259a7f76ca" providerId="LiveId" clId="{5A2EEA3B-EDDB-4F85-9183-AF5FA427644B}" dt="2026-03-27T19:37:28.926" v="130" actId="688"/>
          <ac:spMkLst>
            <pc:docMk/>
            <pc:sldMk cId="2405184198" sldId="257"/>
            <ac:spMk id="62" creationId="{50D3C9DA-1439-56BA-3E10-2CBDADC031D4}"/>
          </ac:spMkLst>
        </pc:spChg>
        <pc:spChg chg="add mod">
          <ac:chgData name="Natalia dfouni" userId="11246a259a7f76ca" providerId="LiveId" clId="{5A2EEA3B-EDDB-4F85-9183-AF5FA427644B}" dt="2026-03-27T19:35:33.269" v="110" actId="1076"/>
          <ac:spMkLst>
            <pc:docMk/>
            <pc:sldMk cId="2405184198" sldId="257"/>
            <ac:spMk id="74" creationId="{47D88C2F-377F-F649-5467-F0709CC5EEE5}"/>
          </ac:spMkLst>
        </pc:spChg>
        <pc:spChg chg="add mod">
          <ac:chgData name="Natalia dfouni" userId="11246a259a7f76ca" providerId="LiveId" clId="{5A2EEA3B-EDDB-4F85-9183-AF5FA427644B}" dt="2026-03-27T19:36:03.549" v="126" actId="20577"/>
          <ac:spMkLst>
            <pc:docMk/>
            <pc:sldMk cId="2405184198" sldId="257"/>
            <ac:spMk id="75" creationId="{6E8228DA-7428-CD53-6427-47A472E45720}"/>
          </ac:spMkLst>
        </pc:spChg>
        <pc:spChg chg="add mod">
          <ac:chgData name="Natalia dfouni" userId="11246a259a7f76ca" providerId="LiveId" clId="{5A2EEA3B-EDDB-4F85-9183-AF5FA427644B}" dt="2026-03-27T19:38:39.505" v="159" actId="688"/>
          <ac:spMkLst>
            <pc:docMk/>
            <pc:sldMk cId="2405184198" sldId="257"/>
            <ac:spMk id="84" creationId="{297FF739-6FC7-D38D-604B-E00F16235F5A}"/>
          </ac:spMkLst>
        </pc:spChg>
        <pc:spChg chg="add mod">
          <ac:chgData name="Natalia dfouni" userId="11246a259a7f76ca" providerId="LiveId" clId="{5A2EEA3B-EDDB-4F85-9183-AF5FA427644B}" dt="2026-03-28T09:17:52.485" v="174" actId="1076"/>
          <ac:spMkLst>
            <pc:docMk/>
            <pc:sldMk cId="2405184198" sldId="257"/>
            <ac:spMk id="85" creationId="{16C9FDA1-E0C1-1079-7151-5D489C25C6FB}"/>
          </ac:spMkLst>
        </pc:spChg>
        <pc:picChg chg="mod">
          <ac:chgData name="Natalia dfouni" userId="11246a259a7f76ca" providerId="LiveId" clId="{5A2EEA3B-EDDB-4F85-9183-AF5FA427644B}" dt="2026-03-27T19:38:34.653" v="157" actId="1076"/>
          <ac:picMkLst>
            <pc:docMk/>
            <pc:sldMk cId="2405184198" sldId="257"/>
            <ac:picMk id="3" creationId="{D838700C-8117-2244-4625-56C6B55BA687}"/>
          </ac:picMkLst>
        </pc:picChg>
        <pc:cxnChg chg="add del">
          <ac:chgData name="Natalia dfouni" userId="11246a259a7f76ca" providerId="LiveId" clId="{5A2EEA3B-EDDB-4F85-9183-AF5FA427644B}" dt="2026-03-27T19:24:13.463" v="5" actId="478"/>
          <ac:cxnSpMkLst>
            <pc:docMk/>
            <pc:sldMk cId="2405184198" sldId="257"/>
            <ac:cxnSpMk id="49" creationId="{4F8AA959-5271-1D66-5478-01398456C6BD}"/>
          </ac:cxnSpMkLst>
        </pc:cxnChg>
        <pc:cxnChg chg="add mod">
          <ac:chgData name="Natalia dfouni" userId="11246a259a7f76ca" providerId="LiveId" clId="{5A2EEA3B-EDDB-4F85-9183-AF5FA427644B}" dt="2026-03-27T19:38:06.413" v="150" actId="1076"/>
          <ac:cxnSpMkLst>
            <pc:docMk/>
            <pc:sldMk cId="2405184198" sldId="257"/>
            <ac:cxnSpMk id="51" creationId="{EB6E0DF7-9A30-2B74-E259-C2DCEDFC6582}"/>
          </ac:cxnSpMkLst>
        </pc:cxnChg>
        <pc:cxnChg chg="add mod">
          <ac:chgData name="Natalia dfouni" userId="11246a259a7f76ca" providerId="LiveId" clId="{5A2EEA3B-EDDB-4F85-9183-AF5FA427644B}" dt="2026-03-27T19:29:19.741" v="26" actId="1076"/>
          <ac:cxnSpMkLst>
            <pc:docMk/>
            <pc:sldMk cId="2405184198" sldId="257"/>
            <ac:cxnSpMk id="53" creationId="{69EC73AE-1B66-431F-38AF-68076FF0BD12}"/>
          </ac:cxnSpMkLst>
        </pc:cxnChg>
        <pc:cxnChg chg="add mod">
          <ac:chgData name="Natalia dfouni" userId="11246a259a7f76ca" providerId="LiveId" clId="{5A2EEA3B-EDDB-4F85-9183-AF5FA427644B}" dt="2026-03-27T19:29:10.638" v="24" actId="1076"/>
          <ac:cxnSpMkLst>
            <pc:docMk/>
            <pc:sldMk cId="2405184198" sldId="257"/>
            <ac:cxnSpMk id="55" creationId="{5C799643-CA7C-1789-0456-AC1CEFBC3909}"/>
          </ac:cxnSpMkLst>
        </pc:cxnChg>
        <pc:cxnChg chg="add mod">
          <ac:chgData name="Natalia dfouni" userId="11246a259a7f76ca" providerId="LiveId" clId="{5A2EEA3B-EDDB-4F85-9183-AF5FA427644B}" dt="2026-03-27T19:29:12.830" v="25" actId="1076"/>
          <ac:cxnSpMkLst>
            <pc:docMk/>
            <pc:sldMk cId="2405184198" sldId="257"/>
            <ac:cxnSpMk id="57" creationId="{A7B8FDEA-B40A-815F-1260-0A05EA28BDBB}"/>
          </ac:cxnSpMkLst>
        </pc:cxnChg>
        <pc:cxnChg chg="add mod">
          <ac:chgData name="Natalia dfouni" userId="11246a259a7f76ca" providerId="LiveId" clId="{5A2EEA3B-EDDB-4F85-9183-AF5FA427644B}" dt="2026-03-28T16:26:57.534" v="190" actId="692"/>
          <ac:cxnSpMkLst>
            <pc:docMk/>
            <pc:sldMk cId="2405184198" sldId="257"/>
            <ac:cxnSpMk id="64" creationId="{0966847C-237C-16DA-EF07-A3B96B947ACB}"/>
          </ac:cxnSpMkLst>
        </pc:cxnChg>
        <pc:cxnChg chg="add mod">
          <ac:chgData name="Natalia dfouni" userId="11246a259a7f76ca" providerId="LiveId" clId="{5A2EEA3B-EDDB-4F85-9183-AF5FA427644B}" dt="2026-03-28T16:26:47.844" v="184" actId="692"/>
          <ac:cxnSpMkLst>
            <pc:docMk/>
            <pc:sldMk cId="2405184198" sldId="257"/>
            <ac:cxnSpMk id="65" creationId="{FE27C581-ECAD-FE0C-6448-9806CD73E118}"/>
          </ac:cxnSpMkLst>
        </pc:cxnChg>
        <pc:cxnChg chg="add mod">
          <ac:chgData name="Natalia dfouni" userId="11246a259a7f76ca" providerId="LiveId" clId="{5A2EEA3B-EDDB-4F85-9183-AF5FA427644B}" dt="2026-03-28T16:26:40.367" v="181" actId="692"/>
          <ac:cxnSpMkLst>
            <pc:docMk/>
            <pc:sldMk cId="2405184198" sldId="257"/>
            <ac:cxnSpMk id="71" creationId="{BF75A26C-5876-AF8F-9489-81E0A7EC7367}"/>
          </ac:cxnSpMkLst>
        </pc:cxnChg>
        <pc:cxnChg chg="add mod">
          <ac:chgData name="Natalia dfouni" userId="11246a259a7f76ca" providerId="LiveId" clId="{5A2EEA3B-EDDB-4F85-9183-AF5FA427644B}" dt="2026-03-27T19:37:45.445" v="141" actId="1076"/>
          <ac:cxnSpMkLst>
            <pc:docMk/>
            <pc:sldMk cId="2405184198" sldId="257"/>
            <ac:cxnSpMk id="76" creationId="{F796EF5E-C760-06AE-8C8C-B4D384ECBD39}"/>
          </ac:cxnSpMkLst>
        </pc:cxnChg>
        <pc:cxnChg chg="add mod">
          <ac:chgData name="Natalia dfouni" userId="11246a259a7f76ca" providerId="LiveId" clId="{5A2EEA3B-EDDB-4F85-9183-AF5FA427644B}" dt="2026-03-28T16:26:52.948" v="187" actId="692"/>
          <ac:cxnSpMkLst>
            <pc:docMk/>
            <pc:sldMk cId="2405184198" sldId="257"/>
            <ac:cxnSpMk id="77" creationId="{DD43AF3D-7862-A483-BBBD-06548A4B9A5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25DCF0-693E-B219-DC88-A957A19AA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57E0BD8-36D2-FE01-8815-8351155F6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CB5211-EA6D-FD38-EB8A-82677DF2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473049-CEDF-6B6F-45F8-88FD2296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4F0AE6-8AC7-75E5-72ED-43FEE400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469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40E4E-235E-20B0-C9D6-3726FECE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B12F9D-609E-A9C8-3F78-B93B6193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A3942E-5F47-932E-D79C-39564C92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212F7-BBC0-7D76-E945-C6DC06D2D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96D684-FD71-1994-7EF6-71951A05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2240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4E805-A95A-E064-BB47-8A62546F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8D19FE-BBF0-17B5-6ABE-0490AE28B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443BEB-E533-7304-8693-DC723063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F945CC-C1BF-29C9-7A70-808599B6E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274A92-CE13-F4B8-FE93-A6BC211C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86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EE4A0E-6C00-C5F1-5905-00017893D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1ACAE-2A02-46F1-AA5D-68749E75B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4E6FC5-3978-B920-FFC0-6C172E13C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4A21DF-DDDC-E613-0241-AAB2BDC1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8ACE14-4401-2F08-D49B-8DF010B6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AE8FDF-DE88-0894-970D-A45416FE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88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848F9B-9D3B-ED0B-FFB3-47032C01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173932-425A-07A5-BBD2-D4407DBE1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5659AB-3E27-DB6D-0152-1541E514C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FBAA7B-9F7F-4080-99BB-0AF211776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C546A9-38C2-D3DD-D319-38C1F358D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465A1D-5068-06F5-4E7C-761B881E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1B677B-E3ED-89F9-4A9F-E6DE7022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77741A-99AC-C763-7CE4-B628D225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807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013D7-8C80-782A-2CE6-04FB1FF1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9F60FB5-C9F9-C4ED-4695-28652956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F66F3F5-3AF6-4B62-2CF0-52C7F189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98B738-B588-FFD6-624D-1F5E5DAF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1546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46D9EBA-567E-F165-FF76-7C64DCCA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ABE6D5D-6AF1-2D1F-D51D-2980BEBF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959F51-5C1C-94CC-40D5-807ED7DF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3023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56B43-4432-E7F4-B470-B97FF8D1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CEDEFE-B634-509E-1E63-3AC870F1F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3985B66-9331-AC5E-AC30-4064AB403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806B3B-664A-9E02-89AD-59812F3C4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0BA36E-49EB-A991-FDB2-1D88BF90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47E14C-819E-3DF4-08EA-D1279A32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88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7E1FD7-CB88-AED5-2933-ED9796E9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13EE17D-F9AF-DAA9-C6D4-62D50092E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BFC474-1B67-9A50-5942-60317C758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8AB391-9611-F624-9192-0FDF92E2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2303E6-46E8-7E13-E7E1-B31BF9CD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2A19F9-D26B-B688-4F9B-4A4D38FDE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016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B0FEE0-5BDE-368A-F72E-B3EE03FAF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E2DB69F-D782-0952-1ABC-D2E47E599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AB622E-3366-E11B-AC4B-31553ECA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D753FE-8FB8-584A-3E5C-1A6089AC1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193318-5386-26AA-39F7-6DBE4529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4085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37CCA58-F6D6-871A-337E-4194A84A5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561AB32-0F74-7C23-9698-448F1276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44BBAD-DAED-0C4B-9889-63FE6E94F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7A51E-2C0D-5E29-D623-1E2A0740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252A93-C762-8F87-07DE-9152DF07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7073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922541-367A-DA30-1CC2-881C9E44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5A8344-1FE7-29A1-EE6D-DA1A5EF4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F536C2-546B-222C-4E7A-6BFD5DFD8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5CB896-DE72-4D00-AC07-0963A03159E5}" type="datetimeFigureOut">
              <a:rPr lang="fr-CH" smtClean="0"/>
              <a:t>28.03.2026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ED924C-7673-189D-95FA-547F6A6C2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58B1A3-4E6B-96BD-D0A7-296473D6C9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FE5B7-8A10-4457-8B60-8613A97A186C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8602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B3C601-49F0-4612-FE57-7AC3E53B0B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78FB31-E183-5A7E-B45E-0D3C6870BF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8525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838700C-8117-2244-4625-56C6B55BA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32" y="1033811"/>
            <a:ext cx="9866278" cy="4790378"/>
          </a:xfrm>
          <a:prstGeom prst="rect">
            <a:avLst/>
          </a:prstGeom>
        </p:spPr>
      </p:pic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2BE1276E-1C66-A96A-5255-290DA2529C22}"/>
              </a:ext>
            </a:extLst>
          </p:cNvPr>
          <p:cNvSpPr/>
          <p:nvPr/>
        </p:nvSpPr>
        <p:spPr>
          <a:xfrm>
            <a:off x="3309257" y="2209800"/>
            <a:ext cx="5978072" cy="751303"/>
          </a:xfrm>
          <a:custGeom>
            <a:avLst/>
            <a:gdLst>
              <a:gd name="csX0" fmla="*/ 0 w 5978072"/>
              <a:gd name="csY0" fmla="*/ 0 h 751303"/>
              <a:gd name="csX1" fmla="*/ 990600 w 5978072"/>
              <a:gd name="csY1" fmla="*/ 108857 h 751303"/>
              <a:gd name="csX2" fmla="*/ 1807029 w 5978072"/>
              <a:gd name="csY2" fmla="*/ 435429 h 751303"/>
              <a:gd name="csX3" fmla="*/ 2623457 w 5978072"/>
              <a:gd name="csY3" fmla="*/ 653143 h 751303"/>
              <a:gd name="csX4" fmla="*/ 3483429 w 5978072"/>
              <a:gd name="csY4" fmla="*/ 751114 h 751303"/>
              <a:gd name="csX5" fmla="*/ 4299857 w 5978072"/>
              <a:gd name="csY5" fmla="*/ 631371 h 751303"/>
              <a:gd name="csX6" fmla="*/ 4974772 w 5978072"/>
              <a:gd name="csY6" fmla="*/ 522514 h 751303"/>
              <a:gd name="csX7" fmla="*/ 5595257 w 5978072"/>
              <a:gd name="csY7" fmla="*/ 337457 h 751303"/>
              <a:gd name="csX8" fmla="*/ 5943600 w 5978072"/>
              <a:gd name="csY8" fmla="*/ 54429 h 751303"/>
              <a:gd name="csX9" fmla="*/ 5965372 w 5978072"/>
              <a:gd name="csY9" fmla="*/ 43543 h 751303"/>
              <a:gd name="csX10" fmla="*/ 5965372 w 5978072"/>
              <a:gd name="csY10" fmla="*/ 43543 h 751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978072" h="751303">
                <a:moveTo>
                  <a:pt x="0" y="0"/>
                </a:moveTo>
                <a:cubicBezTo>
                  <a:pt x="344714" y="18143"/>
                  <a:pt x="689429" y="36286"/>
                  <a:pt x="990600" y="108857"/>
                </a:cubicBezTo>
                <a:cubicBezTo>
                  <a:pt x="1291771" y="181428"/>
                  <a:pt x="1534886" y="344715"/>
                  <a:pt x="1807029" y="435429"/>
                </a:cubicBezTo>
                <a:cubicBezTo>
                  <a:pt x="2079172" y="526143"/>
                  <a:pt x="2344057" y="600529"/>
                  <a:pt x="2623457" y="653143"/>
                </a:cubicBezTo>
                <a:cubicBezTo>
                  <a:pt x="2902857" y="705757"/>
                  <a:pt x="3204029" y="754743"/>
                  <a:pt x="3483429" y="751114"/>
                </a:cubicBezTo>
                <a:cubicBezTo>
                  <a:pt x="3762829" y="747485"/>
                  <a:pt x="4299857" y="631371"/>
                  <a:pt x="4299857" y="631371"/>
                </a:cubicBezTo>
                <a:cubicBezTo>
                  <a:pt x="4548414" y="593271"/>
                  <a:pt x="4758872" y="571500"/>
                  <a:pt x="4974772" y="522514"/>
                </a:cubicBezTo>
                <a:cubicBezTo>
                  <a:pt x="5190672" y="473528"/>
                  <a:pt x="5433786" y="415471"/>
                  <a:pt x="5595257" y="337457"/>
                </a:cubicBezTo>
                <a:cubicBezTo>
                  <a:pt x="5756728" y="259443"/>
                  <a:pt x="5943600" y="54429"/>
                  <a:pt x="5943600" y="54429"/>
                </a:cubicBezTo>
                <a:cubicBezTo>
                  <a:pt x="6005286" y="5443"/>
                  <a:pt x="5965372" y="43543"/>
                  <a:pt x="5965372" y="43543"/>
                </a:cubicBezTo>
                <a:lnTo>
                  <a:pt x="5965372" y="43543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8B24488-9F9C-A197-4C6B-662F4C5F9196}"/>
              </a:ext>
            </a:extLst>
          </p:cNvPr>
          <p:cNvSpPr/>
          <p:nvPr/>
        </p:nvSpPr>
        <p:spPr>
          <a:xfrm>
            <a:off x="6172200" y="3675592"/>
            <a:ext cx="5086350" cy="639233"/>
          </a:xfrm>
          <a:custGeom>
            <a:avLst/>
            <a:gdLst>
              <a:gd name="csX0" fmla="*/ 5086350 w 5086350"/>
              <a:gd name="csY0" fmla="*/ 39158 h 639233"/>
              <a:gd name="csX1" fmla="*/ 4657725 w 5086350"/>
              <a:gd name="csY1" fmla="*/ 10583 h 639233"/>
              <a:gd name="csX2" fmla="*/ 4457700 w 5086350"/>
              <a:gd name="csY2" fmla="*/ 10583 h 639233"/>
              <a:gd name="csX3" fmla="*/ 4157663 w 5086350"/>
              <a:gd name="csY3" fmla="*/ 10583 h 639233"/>
              <a:gd name="csX4" fmla="*/ 3843338 w 5086350"/>
              <a:gd name="csY4" fmla="*/ 153458 h 639233"/>
              <a:gd name="csX5" fmla="*/ 3257550 w 5086350"/>
              <a:gd name="csY5" fmla="*/ 224896 h 639233"/>
              <a:gd name="csX6" fmla="*/ 2943225 w 5086350"/>
              <a:gd name="csY6" fmla="*/ 267758 h 639233"/>
              <a:gd name="csX7" fmla="*/ 2800350 w 5086350"/>
              <a:gd name="csY7" fmla="*/ 267758 h 639233"/>
              <a:gd name="csX8" fmla="*/ 2471738 w 5086350"/>
              <a:gd name="csY8" fmla="*/ 282046 h 639233"/>
              <a:gd name="csX9" fmla="*/ 2071688 w 5086350"/>
              <a:gd name="csY9" fmla="*/ 339196 h 639233"/>
              <a:gd name="csX10" fmla="*/ 1800225 w 5086350"/>
              <a:gd name="csY10" fmla="*/ 396346 h 639233"/>
              <a:gd name="csX11" fmla="*/ 1600200 w 5086350"/>
              <a:gd name="csY11" fmla="*/ 410633 h 639233"/>
              <a:gd name="csX12" fmla="*/ 942975 w 5086350"/>
              <a:gd name="csY12" fmla="*/ 539221 h 639233"/>
              <a:gd name="csX13" fmla="*/ 642938 w 5086350"/>
              <a:gd name="csY13" fmla="*/ 610658 h 639233"/>
              <a:gd name="csX14" fmla="*/ 242888 w 5086350"/>
              <a:gd name="csY14" fmla="*/ 624946 h 639233"/>
              <a:gd name="csX15" fmla="*/ 0 w 5086350"/>
              <a:gd name="csY15" fmla="*/ 639233 h 639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5086350" h="639233">
                <a:moveTo>
                  <a:pt x="5086350" y="39158"/>
                </a:moveTo>
                <a:lnTo>
                  <a:pt x="4657725" y="10583"/>
                </a:lnTo>
                <a:cubicBezTo>
                  <a:pt x="4552950" y="5820"/>
                  <a:pt x="4457700" y="10583"/>
                  <a:pt x="4457700" y="10583"/>
                </a:cubicBezTo>
                <a:cubicBezTo>
                  <a:pt x="4374356" y="10583"/>
                  <a:pt x="4260057" y="-13229"/>
                  <a:pt x="4157663" y="10583"/>
                </a:cubicBezTo>
                <a:cubicBezTo>
                  <a:pt x="4055269" y="34395"/>
                  <a:pt x="3993357" y="117739"/>
                  <a:pt x="3843338" y="153458"/>
                </a:cubicBezTo>
                <a:cubicBezTo>
                  <a:pt x="3693319" y="189177"/>
                  <a:pt x="3407569" y="205846"/>
                  <a:pt x="3257550" y="224896"/>
                </a:cubicBezTo>
                <a:cubicBezTo>
                  <a:pt x="3107531" y="243946"/>
                  <a:pt x="3019425" y="260614"/>
                  <a:pt x="2943225" y="267758"/>
                </a:cubicBezTo>
                <a:cubicBezTo>
                  <a:pt x="2867025" y="274902"/>
                  <a:pt x="2878931" y="265377"/>
                  <a:pt x="2800350" y="267758"/>
                </a:cubicBezTo>
                <a:cubicBezTo>
                  <a:pt x="2721769" y="270139"/>
                  <a:pt x="2593182" y="270140"/>
                  <a:pt x="2471738" y="282046"/>
                </a:cubicBezTo>
                <a:cubicBezTo>
                  <a:pt x="2350294" y="293952"/>
                  <a:pt x="2183607" y="320146"/>
                  <a:pt x="2071688" y="339196"/>
                </a:cubicBezTo>
                <a:cubicBezTo>
                  <a:pt x="1959769" y="358246"/>
                  <a:pt x="1878806" y="384440"/>
                  <a:pt x="1800225" y="396346"/>
                </a:cubicBezTo>
                <a:cubicBezTo>
                  <a:pt x="1721644" y="408252"/>
                  <a:pt x="1743075" y="386821"/>
                  <a:pt x="1600200" y="410633"/>
                </a:cubicBezTo>
                <a:cubicBezTo>
                  <a:pt x="1457325" y="434445"/>
                  <a:pt x="1102519" y="505884"/>
                  <a:pt x="942975" y="539221"/>
                </a:cubicBezTo>
                <a:cubicBezTo>
                  <a:pt x="783431" y="572558"/>
                  <a:pt x="759619" y="596371"/>
                  <a:pt x="642938" y="610658"/>
                </a:cubicBezTo>
                <a:cubicBezTo>
                  <a:pt x="526257" y="624945"/>
                  <a:pt x="350044" y="620184"/>
                  <a:pt x="242888" y="624946"/>
                </a:cubicBezTo>
                <a:cubicBezTo>
                  <a:pt x="135732" y="629709"/>
                  <a:pt x="67866" y="634471"/>
                  <a:pt x="0" y="639233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5F0B4B8C-1AF5-3956-99CE-825DBB9535D1}"/>
              </a:ext>
            </a:extLst>
          </p:cNvPr>
          <p:cNvSpPr/>
          <p:nvPr/>
        </p:nvSpPr>
        <p:spPr>
          <a:xfrm>
            <a:off x="1489432" y="4256835"/>
            <a:ext cx="4682767" cy="426540"/>
          </a:xfrm>
          <a:custGeom>
            <a:avLst/>
            <a:gdLst>
              <a:gd name="csX0" fmla="*/ 4617340 w 4617340"/>
              <a:gd name="csY0" fmla="*/ 16601 h 303725"/>
              <a:gd name="csX1" fmla="*/ 4102990 w 4617340"/>
              <a:gd name="csY1" fmla="*/ 2313 h 303725"/>
              <a:gd name="csX2" fmla="*/ 3545777 w 4617340"/>
              <a:gd name="csY2" fmla="*/ 59463 h 303725"/>
              <a:gd name="csX3" fmla="*/ 2817115 w 4617340"/>
              <a:gd name="csY3" fmla="*/ 88038 h 303725"/>
              <a:gd name="csX4" fmla="*/ 1159765 w 4617340"/>
              <a:gd name="csY4" fmla="*/ 202338 h 303725"/>
              <a:gd name="csX5" fmla="*/ 588265 w 4617340"/>
              <a:gd name="csY5" fmla="*/ 230913 h 303725"/>
              <a:gd name="csX6" fmla="*/ 459677 w 4617340"/>
              <a:gd name="csY6" fmla="*/ 259488 h 303725"/>
              <a:gd name="csX7" fmla="*/ 173927 w 4617340"/>
              <a:gd name="csY7" fmla="*/ 288063 h 303725"/>
              <a:gd name="csX8" fmla="*/ 2477 w 4617340"/>
              <a:gd name="csY8" fmla="*/ 302351 h 303725"/>
              <a:gd name="csX9" fmla="*/ 88202 w 4617340"/>
              <a:gd name="csY9" fmla="*/ 302351 h 303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617340" h="303725">
                <a:moveTo>
                  <a:pt x="4617340" y="16601"/>
                </a:moveTo>
                <a:cubicBezTo>
                  <a:pt x="4449462" y="5885"/>
                  <a:pt x="4281584" y="-4831"/>
                  <a:pt x="4102990" y="2313"/>
                </a:cubicBezTo>
                <a:cubicBezTo>
                  <a:pt x="3924396" y="9457"/>
                  <a:pt x="3760089" y="45176"/>
                  <a:pt x="3545777" y="59463"/>
                </a:cubicBezTo>
                <a:cubicBezTo>
                  <a:pt x="3331465" y="73750"/>
                  <a:pt x="2817115" y="88038"/>
                  <a:pt x="2817115" y="88038"/>
                </a:cubicBezTo>
                <a:lnTo>
                  <a:pt x="1159765" y="202338"/>
                </a:lnTo>
                <a:cubicBezTo>
                  <a:pt x="788290" y="226150"/>
                  <a:pt x="704946" y="221388"/>
                  <a:pt x="588265" y="230913"/>
                </a:cubicBezTo>
                <a:cubicBezTo>
                  <a:pt x="471584" y="240438"/>
                  <a:pt x="528733" y="249963"/>
                  <a:pt x="459677" y="259488"/>
                </a:cubicBezTo>
                <a:cubicBezTo>
                  <a:pt x="390621" y="269013"/>
                  <a:pt x="250127" y="280919"/>
                  <a:pt x="173927" y="288063"/>
                </a:cubicBezTo>
                <a:cubicBezTo>
                  <a:pt x="97727" y="295207"/>
                  <a:pt x="16764" y="299970"/>
                  <a:pt x="2477" y="302351"/>
                </a:cubicBezTo>
                <a:cubicBezTo>
                  <a:pt x="-11810" y="304732"/>
                  <a:pt x="38196" y="303541"/>
                  <a:pt x="88202" y="302351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A8245D2A-1DC8-B25A-7DDB-447DB4AE4A33}"/>
              </a:ext>
            </a:extLst>
          </p:cNvPr>
          <p:cNvSpPr/>
          <p:nvPr/>
        </p:nvSpPr>
        <p:spPr>
          <a:xfrm>
            <a:off x="1491343" y="3810000"/>
            <a:ext cx="3635828" cy="544295"/>
          </a:xfrm>
          <a:custGeom>
            <a:avLst/>
            <a:gdLst>
              <a:gd name="csX0" fmla="*/ 0 w 3635828"/>
              <a:gd name="csY0" fmla="*/ 0 h 544295"/>
              <a:gd name="csX1" fmla="*/ 849086 w 3635828"/>
              <a:gd name="csY1" fmla="*/ 65314 h 544295"/>
              <a:gd name="csX2" fmla="*/ 1915886 w 3635828"/>
              <a:gd name="csY2" fmla="*/ 163286 h 544295"/>
              <a:gd name="csX3" fmla="*/ 2601686 w 3635828"/>
              <a:gd name="csY3" fmla="*/ 272143 h 544295"/>
              <a:gd name="csX4" fmla="*/ 3450771 w 3635828"/>
              <a:gd name="csY4" fmla="*/ 500743 h 544295"/>
              <a:gd name="csX5" fmla="*/ 3635828 w 3635828"/>
              <a:gd name="csY5" fmla="*/ 544286 h 544295"/>
              <a:gd name="csX6" fmla="*/ 3635828 w 3635828"/>
              <a:gd name="csY6" fmla="*/ 544286 h 544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635828" h="544295">
                <a:moveTo>
                  <a:pt x="0" y="0"/>
                </a:moveTo>
                <a:lnTo>
                  <a:pt x="849086" y="65314"/>
                </a:lnTo>
                <a:lnTo>
                  <a:pt x="1915886" y="163286"/>
                </a:lnTo>
                <a:cubicBezTo>
                  <a:pt x="2207986" y="197758"/>
                  <a:pt x="2345872" y="215900"/>
                  <a:pt x="2601686" y="272143"/>
                </a:cubicBezTo>
                <a:cubicBezTo>
                  <a:pt x="2857500" y="328386"/>
                  <a:pt x="3278414" y="455386"/>
                  <a:pt x="3450771" y="500743"/>
                </a:cubicBezTo>
                <a:cubicBezTo>
                  <a:pt x="3623128" y="546100"/>
                  <a:pt x="3635828" y="544286"/>
                  <a:pt x="3635828" y="544286"/>
                </a:cubicBezTo>
                <a:lnTo>
                  <a:pt x="3635828" y="54428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09D2A3B2-0189-00F5-2464-7F68A3B0A22D}"/>
              </a:ext>
            </a:extLst>
          </p:cNvPr>
          <p:cNvSpPr/>
          <p:nvPr/>
        </p:nvSpPr>
        <p:spPr>
          <a:xfrm>
            <a:off x="9867900" y="3493842"/>
            <a:ext cx="1486037" cy="354258"/>
          </a:xfrm>
          <a:custGeom>
            <a:avLst/>
            <a:gdLst>
              <a:gd name="csX0" fmla="*/ 0 w 1486037"/>
              <a:gd name="csY0" fmla="*/ 354258 h 354258"/>
              <a:gd name="csX1" fmla="*/ 285750 w 1486037"/>
              <a:gd name="csY1" fmla="*/ 97083 h 354258"/>
              <a:gd name="csX2" fmla="*/ 628650 w 1486037"/>
              <a:gd name="csY2" fmla="*/ 30408 h 354258"/>
              <a:gd name="csX3" fmla="*/ 771525 w 1486037"/>
              <a:gd name="csY3" fmla="*/ 20883 h 354258"/>
              <a:gd name="csX4" fmla="*/ 1409700 w 1486037"/>
              <a:gd name="csY4" fmla="*/ 20883 h 354258"/>
              <a:gd name="csX5" fmla="*/ 1476375 w 1486037"/>
              <a:gd name="csY5" fmla="*/ 1833 h 354258"/>
              <a:gd name="csX6" fmla="*/ 1428750 w 1486037"/>
              <a:gd name="csY6" fmla="*/ 1833 h 354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86037" h="354258">
                <a:moveTo>
                  <a:pt x="0" y="354258"/>
                </a:moveTo>
                <a:cubicBezTo>
                  <a:pt x="90487" y="252658"/>
                  <a:pt x="180975" y="151058"/>
                  <a:pt x="285750" y="97083"/>
                </a:cubicBezTo>
                <a:cubicBezTo>
                  <a:pt x="390525" y="43108"/>
                  <a:pt x="547687" y="43108"/>
                  <a:pt x="628650" y="30408"/>
                </a:cubicBezTo>
                <a:cubicBezTo>
                  <a:pt x="709613" y="17708"/>
                  <a:pt x="641350" y="22470"/>
                  <a:pt x="771525" y="20883"/>
                </a:cubicBezTo>
                <a:cubicBezTo>
                  <a:pt x="901700" y="19295"/>
                  <a:pt x="1292225" y="24058"/>
                  <a:pt x="1409700" y="20883"/>
                </a:cubicBezTo>
                <a:cubicBezTo>
                  <a:pt x="1527175" y="17708"/>
                  <a:pt x="1473200" y="5008"/>
                  <a:pt x="1476375" y="1833"/>
                </a:cubicBezTo>
                <a:cubicBezTo>
                  <a:pt x="1479550" y="-1342"/>
                  <a:pt x="1454150" y="245"/>
                  <a:pt x="1428750" y="1833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D5889F3F-AB3E-329D-4D93-DB442AFB76A9}"/>
              </a:ext>
            </a:extLst>
          </p:cNvPr>
          <p:cNvSpPr/>
          <p:nvPr/>
        </p:nvSpPr>
        <p:spPr>
          <a:xfrm>
            <a:off x="1466850" y="3419475"/>
            <a:ext cx="4200525" cy="828675"/>
          </a:xfrm>
          <a:custGeom>
            <a:avLst/>
            <a:gdLst>
              <a:gd name="csX0" fmla="*/ 0 w 4200525"/>
              <a:gd name="csY0" fmla="*/ 0 h 828675"/>
              <a:gd name="csX1" fmla="*/ 628650 w 4200525"/>
              <a:gd name="csY1" fmla="*/ 47625 h 828675"/>
              <a:gd name="csX2" fmla="*/ 1181100 w 4200525"/>
              <a:gd name="csY2" fmla="*/ 85725 h 828675"/>
              <a:gd name="csX3" fmla="*/ 1638300 w 4200525"/>
              <a:gd name="csY3" fmla="*/ 123825 h 828675"/>
              <a:gd name="csX4" fmla="*/ 2286000 w 4200525"/>
              <a:gd name="csY4" fmla="*/ 161925 h 828675"/>
              <a:gd name="csX5" fmla="*/ 2771775 w 4200525"/>
              <a:gd name="csY5" fmla="*/ 314325 h 828675"/>
              <a:gd name="csX6" fmla="*/ 3105150 w 4200525"/>
              <a:gd name="csY6" fmla="*/ 400050 h 828675"/>
              <a:gd name="csX7" fmla="*/ 3743325 w 4200525"/>
              <a:gd name="csY7" fmla="*/ 657225 h 828675"/>
              <a:gd name="csX8" fmla="*/ 4057650 w 4200525"/>
              <a:gd name="csY8" fmla="*/ 781050 h 828675"/>
              <a:gd name="csX9" fmla="*/ 4143375 w 4200525"/>
              <a:gd name="csY9" fmla="*/ 800100 h 828675"/>
              <a:gd name="csX10" fmla="*/ 4200525 w 4200525"/>
              <a:gd name="csY10" fmla="*/ 828675 h 828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00525" h="828675">
                <a:moveTo>
                  <a:pt x="0" y="0"/>
                </a:moveTo>
                <a:lnTo>
                  <a:pt x="628650" y="47625"/>
                </a:lnTo>
                <a:lnTo>
                  <a:pt x="1181100" y="85725"/>
                </a:lnTo>
                <a:lnTo>
                  <a:pt x="1638300" y="123825"/>
                </a:lnTo>
                <a:cubicBezTo>
                  <a:pt x="1822450" y="136525"/>
                  <a:pt x="2097088" y="130175"/>
                  <a:pt x="2286000" y="161925"/>
                </a:cubicBezTo>
                <a:cubicBezTo>
                  <a:pt x="2474912" y="193675"/>
                  <a:pt x="2635250" y="274638"/>
                  <a:pt x="2771775" y="314325"/>
                </a:cubicBezTo>
                <a:cubicBezTo>
                  <a:pt x="2908300" y="354012"/>
                  <a:pt x="2943225" y="342900"/>
                  <a:pt x="3105150" y="400050"/>
                </a:cubicBezTo>
                <a:cubicBezTo>
                  <a:pt x="3267075" y="457200"/>
                  <a:pt x="3584575" y="593725"/>
                  <a:pt x="3743325" y="657225"/>
                </a:cubicBezTo>
                <a:lnTo>
                  <a:pt x="4057650" y="781050"/>
                </a:lnTo>
                <a:cubicBezTo>
                  <a:pt x="4124325" y="804863"/>
                  <a:pt x="4119563" y="792163"/>
                  <a:pt x="4143375" y="800100"/>
                </a:cubicBezTo>
                <a:cubicBezTo>
                  <a:pt x="4167188" y="808038"/>
                  <a:pt x="4183856" y="818356"/>
                  <a:pt x="4200525" y="8286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3C33226A-25B5-A6E8-AB9A-12F0FD9C0155}"/>
              </a:ext>
            </a:extLst>
          </p:cNvPr>
          <p:cNvSpPr/>
          <p:nvPr/>
        </p:nvSpPr>
        <p:spPr>
          <a:xfrm>
            <a:off x="1495425" y="2924175"/>
            <a:ext cx="8220075" cy="986128"/>
          </a:xfrm>
          <a:custGeom>
            <a:avLst/>
            <a:gdLst>
              <a:gd name="csX0" fmla="*/ 0 w 8220075"/>
              <a:gd name="csY0" fmla="*/ 0 h 986128"/>
              <a:gd name="csX1" fmla="*/ 685800 w 8220075"/>
              <a:gd name="csY1" fmla="*/ 38100 h 986128"/>
              <a:gd name="csX2" fmla="*/ 1314450 w 8220075"/>
              <a:gd name="csY2" fmla="*/ 85725 h 986128"/>
              <a:gd name="csX3" fmla="*/ 1790700 w 8220075"/>
              <a:gd name="csY3" fmla="*/ 123825 h 986128"/>
              <a:gd name="csX4" fmla="*/ 2286000 w 8220075"/>
              <a:gd name="csY4" fmla="*/ 161925 h 986128"/>
              <a:gd name="csX5" fmla="*/ 2828925 w 8220075"/>
              <a:gd name="csY5" fmla="*/ 304800 h 986128"/>
              <a:gd name="csX6" fmla="*/ 3429000 w 8220075"/>
              <a:gd name="csY6" fmla="*/ 542925 h 986128"/>
              <a:gd name="csX7" fmla="*/ 3933825 w 8220075"/>
              <a:gd name="csY7" fmla="*/ 695325 h 986128"/>
              <a:gd name="csX8" fmla="*/ 4314825 w 8220075"/>
              <a:gd name="csY8" fmla="*/ 857250 h 986128"/>
              <a:gd name="csX9" fmla="*/ 4800600 w 8220075"/>
              <a:gd name="csY9" fmla="*/ 933450 h 986128"/>
              <a:gd name="csX10" fmla="*/ 5200650 w 8220075"/>
              <a:gd name="csY10" fmla="*/ 971550 h 986128"/>
              <a:gd name="csX11" fmla="*/ 5534025 w 8220075"/>
              <a:gd name="csY11" fmla="*/ 981075 h 986128"/>
              <a:gd name="csX12" fmla="*/ 5943600 w 8220075"/>
              <a:gd name="csY12" fmla="*/ 895350 h 986128"/>
              <a:gd name="csX13" fmla="*/ 6324600 w 8220075"/>
              <a:gd name="csY13" fmla="*/ 819150 h 986128"/>
              <a:gd name="csX14" fmla="*/ 6677025 w 8220075"/>
              <a:gd name="csY14" fmla="*/ 771525 h 986128"/>
              <a:gd name="csX15" fmla="*/ 7010400 w 8220075"/>
              <a:gd name="csY15" fmla="*/ 695325 h 986128"/>
              <a:gd name="csX16" fmla="*/ 7448550 w 8220075"/>
              <a:gd name="csY16" fmla="*/ 609600 h 986128"/>
              <a:gd name="csX17" fmla="*/ 7953375 w 8220075"/>
              <a:gd name="csY17" fmla="*/ 285750 h 986128"/>
              <a:gd name="csX18" fmla="*/ 8134350 w 8220075"/>
              <a:gd name="csY18" fmla="*/ 142875 h 986128"/>
              <a:gd name="csX19" fmla="*/ 8220075 w 8220075"/>
              <a:gd name="csY19" fmla="*/ 104775 h 9861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8220075" h="986128">
                <a:moveTo>
                  <a:pt x="0" y="0"/>
                </a:moveTo>
                <a:lnTo>
                  <a:pt x="685800" y="38100"/>
                </a:lnTo>
                <a:cubicBezTo>
                  <a:pt x="904875" y="52387"/>
                  <a:pt x="1314450" y="85725"/>
                  <a:pt x="1314450" y="85725"/>
                </a:cubicBezTo>
                <a:lnTo>
                  <a:pt x="1790700" y="123825"/>
                </a:lnTo>
                <a:cubicBezTo>
                  <a:pt x="1952625" y="136525"/>
                  <a:pt x="2112963" y="131763"/>
                  <a:pt x="2286000" y="161925"/>
                </a:cubicBezTo>
                <a:cubicBezTo>
                  <a:pt x="2459037" y="192087"/>
                  <a:pt x="2638425" y="241300"/>
                  <a:pt x="2828925" y="304800"/>
                </a:cubicBezTo>
                <a:cubicBezTo>
                  <a:pt x="3019425" y="368300"/>
                  <a:pt x="3244850" y="477838"/>
                  <a:pt x="3429000" y="542925"/>
                </a:cubicBezTo>
                <a:cubicBezTo>
                  <a:pt x="3613150" y="608013"/>
                  <a:pt x="3786188" y="642938"/>
                  <a:pt x="3933825" y="695325"/>
                </a:cubicBezTo>
                <a:cubicBezTo>
                  <a:pt x="4081462" y="747712"/>
                  <a:pt x="4170363" y="817563"/>
                  <a:pt x="4314825" y="857250"/>
                </a:cubicBezTo>
                <a:cubicBezTo>
                  <a:pt x="4459287" y="896937"/>
                  <a:pt x="4652963" y="914400"/>
                  <a:pt x="4800600" y="933450"/>
                </a:cubicBezTo>
                <a:cubicBezTo>
                  <a:pt x="4948237" y="952500"/>
                  <a:pt x="5078413" y="963613"/>
                  <a:pt x="5200650" y="971550"/>
                </a:cubicBezTo>
                <a:cubicBezTo>
                  <a:pt x="5322887" y="979487"/>
                  <a:pt x="5410200" y="993775"/>
                  <a:pt x="5534025" y="981075"/>
                </a:cubicBezTo>
                <a:cubicBezTo>
                  <a:pt x="5657850" y="968375"/>
                  <a:pt x="5943600" y="895350"/>
                  <a:pt x="5943600" y="895350"/>
                </a:cubicBezTo>
                <a:cubicBezTo>
                  <a:pt x="6075363" y="868363"/>
                  <a:pt x="6202363" y="839788"/>
                  <a:pt x="6324600" y="819150"/>
                </a:cubicBezTo>
                <a:cubicBezTo>
                  <a:pt x="6446838" y="798513"/>
                  <a:pt x="6562725" y="792162"/>
                  <a:pt x="6677025" y="771525"/>
                </a:cubicBezTo>
                <a:cubicBezTo>
                  <a:pt x="6791325" y="750888"/>
                  <a:pt x="6881813" y="722313"/>
                  <a:pt x="7010400" y="695325"/>
                </a:cubicBezTo>
                <a:cubicBezTo>
                  <a:pt x="7138988" y="668338"/>
                  <a:pt x="7291388" y="677862"/>
                  <a:pt x="7448550" y="609600"/>
                </a:cubicBezTo>
                <a:cubicBezTo>
                  <a:pt x="7605712" y="541338"/>
                  <a:pt x="7839075" y="363537"/>
                  <a:pt x="7953375" y="285750"/>
                </a:cubicBezTo>
                <a:cubicBezTo>
                  <a:pt x="8067675" y="207963"/>
                  <a:pt x="8089900" y="173037"/>
                  <a:pt x="8134350" y="142875"/>
                </a:cubicBezTo>
                <a:cubicBezTo>
                  <a:pt x="8178800" y="112713"/>
                  <a:pt x="8199437" y="108744"/>
                  <a:pt x="8220075" y="1047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B0338C8A-FC57-5DDB-1E63-5734B7F545D3}"/>
              </a:ext>
            </a:extLst>
          </p:cNvPr>
          <p:cNvSpPr/>
          <p:nvPr/>
        </p:nvSpPr>
        <p:spPr>
          <a:xfrm>
            <a:off x="9753600" y="2915010"/>
            <a:ext cx="1590675" cy="104415"/>
          </a:xfrm>
          <a:custGeom>
            <a:avLst/>
            <a:gdLst>
              <a:gd name="csX0" fmla="*/ 0 w 1590675"/>
              <a:gd name="csY0" fmla="*/ 104415 h 104415"/>
              <a:gd name="csX1" fmla="*/ 238125 w 1590675"/>
              <a:gd name="csY1" fmla="*/ 9165 h 104415"/>
              <a:gd name="csX2" fmla="*/ 647700 w 1590675"/>
              <a:gd name="csY2" fmla="*/ 9165 h 104415"/>
              <a:gd name="csX3" fmla="*/ 1047750 w 1590675"/>
              <a:gd name="csY3" fmla="*/ 56790 h 104415"/>
              <a:gd name="csX4" fmla="*/ 1295400 w 1590675"/>
              <a:gd name="csY4" fmla="*/ 66315 h 104415"/>
              <a:gd name="csX5" fmla="*/ 1590675 w 1590675"/>
              <a:gd name="csY5" fmla="*/ 66315 h 104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590675" h="104415">
                <a:moveTo>
                  <a:pt x="0" y="104415"/>
                </a:moveTo>
                <a:cubicBezTo>
                  <a:pt x="65087" y="64727"/>
                  <a:pt x="130175" y="25040"/>
                  <a:pt x="238125" y="9165"/>
                </a:cubicBezTo>
                <a:cubicBezTo>
                  <a:pt x="346075" y="-6710"/>
                  <a:pt x="512763" y="1227"/>
                  <a:pt x="647700" y="9165"/>
                </a:cubicBezTo>
                <a:cubicBezTo>
                  <a:pt x="782638" y="17102"/>
                  <a:pt x="939800" y="47265"/>
                  <a:pt x="1047750" y="56790"/>
                </a:cubicBezTo>
                <a:cubicBezTo>
                  <a:pt x="1155700" y="66315"/>
                  <a:pt x="1204913" y="64728"/>
                  <a:pt x="1295400" y="66315"/>
                </a:cubicBezTo>
                <a:cubicBezTo>
                  <a:pt x="1385887" y="67902"/>
                  <a:pt x="1488281" y="67108"/>
                  <a:pt x="1590675" y="6631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C311CFD9-CAB3-7AD9-B603-80D0EB912A72}"/>
              </a:ext>
            </a:extLst>
          </p:cNvPr>
          <p:cNvSpPr/>
          <p:nvPr/>
        </p:nvSpPr>
        <p:spPr>
          <a:xfrm>
            <a:off x="9058275" y="3250719"/>
            <a:ext cx="997022" cy="673581"/>
          </a:xfrm>
          <a:custGeom>
            <a:avLst/>
            <a:gdLst>
              <a:gd name="csX0" fmla="*/ 0 w 997022"/>
              <a:gd name="csY0" fmla="*/ 673581 h 673581"/>
              <a:gd name="csX1" fmla="*/ 466725 w 997022"/>
              <a:gd name="csY1" fmla="*/ 368781 h 673581"/>
              <a:gd name="csX2" fmla="*/ 676275 w 997022"/>
              <a:gd name="csY2" fmla="*/ 216381 h 673581"/>
              <a:gd name="csX3" fmla="*/ 971550 w 997022"/>
              <a:gd name="csY3" fmla="*/ 25881 h 673581"/>
              <a:gd name="csX4" fmla="*/ 962025 w 997022"/>
              <a:gd name="csY4" fmla="*/ 6831 h 673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97022" h="673581">
                <a:moveTo>
                  <a:pt x="0" y="673581"/>
                </a:moveTo>
                <a:lnTo>
                  <a:pt x="466725" y="368781"/>
                </a:lnTo>
                <a:cubicBezTo>
                  <a:pt x="579438" y="292581"/>
                  <a:pt x="592138" y="273531"/>
                  <a:pt x="676275" y="216381"/>
                </a:cubicBezTo>
                <a:cubicBezTo>
                  <a:pt x="760412" y="159231"/>
                  <a:pt x="923925" y="60806"/>
                  <a:pt x="971550" y="25881"/>
                </a:cubicBezTo>
                <a:cubicBezTo>
                  <a:pt x="1019175" y="-9044"/>
                  <a:pt x="990600" y="-1107"/>
                  <a:pt x="962025" y="683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8FFFC538-D799-224B-1A7A-3A92900E3A28}"/>
              </a:ext>
            </a:extLst>
          </p:cNvPr>
          <p:cNvSpPr/>
          <p:nvPr/>
        </p:nvSpPr>
        <p:spPr>
          <a:xfrm>
            <a:off x="10039350" y="3208093"/>
            <a:ext cx="1333500" cy="58982"/>
          </a:xfrm>
          <a:custGeom>
            <a:avLst/>
            <a:gdLst>
              <a:gd name="csX0" fmla="*/ 0 w 1333500"/>
              <a:gd name="csY0" fmla="*/ 49457 h 58982"/>
              <a:gd name="csX1" fmla="*/ 66675 w 1333500"/>
              <a:gd name="csY1" fmla="*/ 11357 h 58982"/>
              <a:gd name="csX2" fmla="*/ 266700 w 1333500"/>
              <a:gd name="csY2" fmla="*/ 1832 h 58982"/>
              <a:gd name="csX3" fmla="*/ 428625 w 1333500"/>
              <a:gd name="csY3" fmla="*/ 1832 h 58982"/>
              <a:gd name="csX4" fmla="*/ 828675 w 1333500"/>
              <a:gd name="csY4" fmla="*/ 20882 h 58982"/>
              <a:gd name="csX5" fmla="*/ 1085850 w 1333500"/>
              <a:gd name="csY5" fmla="*/ 39932 h 58982"/>
              <a:gd name="csX6" fmla="*/ 1333500 w 1333500"/>
              <a:gd name="csY6" fmla="*/ 58982 h 58982"/>
              <a:gd name="csX7" fmla="*/ 1333500 w 1333500"/>
              <a:gd name="csY7" fmla="*/ 58982 h 58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33500" h="58982">
                <a:moveTo>
                  <a:pt x="0" y="49457"/>
                </a:moveTo>
                <a:cubicBezTo>
                  <a:pt x="11112" y="34375"/>
                  <a:pt x="22225" y="19294"/>
                  <a:pt x="66675" y="11357"/>
                </a:cubicBezTo>
                <a:cubicBezTo>
                  <a:pt x="111125" y="3420"/>
                  <a:pt x="206375" y="3419"/>
                  <a:pt x="266700" y="1832"/>
                </a:cubicBezTo>
                <a:cubicBezTo>
                  <a:pt x="327025" y="245"/>
                  <a:pt x="334963" y="-1343"/>
                  <a:pt x="428625" y="1832"/>
                </a:cubicBezTo>
                <a:cubicBezTo>
                  <a:pt x="522287" y="5007"/>
                  <a:pt x="719138" y="14532"/>
                  <a:pt x="828675" y="20882"/>
                </a:cubicBezTo>
                <a:cubicBezTo>
                  <a:pt x="938212" y="27232"/>
                  <a:pt x="1085850" y="39932"/>
                  <a:pt x="1085850" y="39932"/>
                </a:cubicBezTo>
                <a:lnTo>
                  <a:pt x="1333500" y="58982"/>
                </a:lnTo>
                <a:lnTo>
                  <a:pt x="1333500" y="58982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4" name="Forme libre : forme 43">
            <a:extLst>
              <a:ext uri="{FF2B5EF4-FFF2-40B4-BE49-F238E27FC236}">
                <a16:creationId xmlns:a16="http://schemas.microsoft.com/office/drawing/2014/main" id="{019DD13C-EEAF-5E37-F638-866EEF5A75F4}"/>
              </a:ext>
            </a:extLst>
          </p:cNvPr>
          <p:cNvSpPr/>
          <p:nvPr/>
        </p:nvSpPr>
        <p:spPr>
          <a:xfrm>
            <a:off x="9515475" y="2454464"/>
            <a:ext cx="1866900" cy="117286"/>
          </a:xfrm>
          <a:custGeom>
            <a:avLst/>
            <a:gdLst>
              <a:gd name="csX0" fmla="*/ 0 w 1866900"/>
              <a:gd name="csY0" fmla="*/ 117286 h 117286"/>
              <a:gd name="csX1" fmla="*/ 381000 w 1866900"/>
              <a:gd name="csY1" fmla="*/ 60136 h 117286"/>
              <a:gd name="csX2" fmla="*/ 628650 w 1866900"/>
              <a:gd name="csY2" fmla="*/ 2986 h 117286"/>
              <a:gd name="csX3" fmla="*/ 904875 w 1866900"/>
              <a:gd name="csY3" fmla="*/ 12511 h 117286"/>
              <a:gd name="csX4" fmla="*/ 1362075 w 1866900"/>
              <a:gd name="csY4" fmla="*/ 50611 h 117286"/>
              <a:gd name="csX5" fmla="*/ 1524000 w 1866900"/>
              <a:gd name="csY5" fmla="*/ 50611 h 117286"/>
              <a:gd name="csX6" fmla="*/ 1771650 w 1866900"/>
              <a:gd name="csY6" fmla="*/ 50611 h 117286"/>
              <a:gd name="csX7" fmla="*/ 1866900 w 1866900"/>
              <a:gd name="csY7" fmla="*/ 50611 h 117286"/>
              <a:gd name="csX8" fmla="*/ 1847850 w 1866900"/>
              <a:gd name="csY8" fmla="*/ 50611 h 117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66900" h="117286">
                <a:moveTo>
                  <a:pt x="0" y="117286"/>
                </a:moveTo>
                <a:cubicBezTo>
                  <a:pt x="138112" y="98236"/>
                  <a:pt x="276225" y="79186"/>
                  <a:pt x="381000" y="60136"/>
                </a:cubicBezTo>
                <a:cubicBezTo>
                  <a:pt x="485775" y="41086"/>
                  <a:pt x="541337" y="10924"/>
                  <a:pt x="628650" y="2986"/>
                </a:cubicBezTo>
                <a:cubicBezTo>
                  <a:pt x="715963" y="-4952"/>
                  <a:pt x="782638" y="4574"/>
                  <a:pt x="904875" y="12511"/>
                </a:cubicBezTo>
                <a:cubicBezTo>
                  <a:pt x="1027112" y="20448"/>
                  <a:pt x="1258888" y="44261"/>
                  <a:pt x="1362075" y="50611"/>
                </a:cubicBezTo>
                <a:cubicBezTo>
                  <a:pt x="1465263" y="56961"/>
                  <a:pt x="1524000" y="50611"/>
                  <a:pt x="1524000" y="50611"/>
                </a:cubicBezTo>
                <a:lnTo>
                  <a:pt x="1771650" y="50611"/>
                </a:lnTo>
                <a:lnTo>
                  <a:pt x="1866900" y="50611"/>
                </a:lnTo>
                <a:lnTo>
                  <a:pt x="1847850" y="50611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E0A179C0-67E7-A93E-9F44-FB8FA74D9FC6}"/>
              </a:ext>
            </a:extLst>
          </p:cNvPr>
          <p:cNvSpPr/>
          <p:nvPr/>
        </p:nvSpPr>
        <p:spPr>
          <a:xfrm>
            <a:off x="1704975" y="2476500"/>
            <a:ext cx="7753350" cy="942975"/>
          </a:xfrm>
          <a:custGeom>
            <a:avLst/>
            <a:gdLst>
              <a:gd name="csX0" fmla="*/ 0 w 7753350"/>
              <a:gd name="csY0" fmla="*/ 0 h 942975"/>
              <a:gd name="csX1" fmla="*/ 742950 w 7753350"/>
              <a:gd name="csY1" fmla="*/ 57150 h 942975"/>
              <a:gd name="csX2" fmla="*/ 1114425 w 7753350"/>
              <a:gd name="csY2" fmla="*/ 76200 h 942975"/>
              <a:gd name="csX3" fmla="*/ 1666875 w 7753350"/>
              <a:gd name="csY3" fmla="*/ 104775 h 942975"/>
              <a:gd name="csX4" fmla="*/ 2209800 w 7753350"/>
              <a:gd name="csY4" fmla="*/ 190500 h 942975"/>
              <a:gd name="csX5" fmla="*/ 2762250 w 7753350"/>
              <a:gd name="csY5" fmla="*/ 323850 h 942975"/>
              <a:gd name="csX6" fmla="*/ 3324225 w 7753350"/>
              <a:gd name="csY6" fmla="*/ 533400 h 942975"/>
              <a:gd name="csX7" fmla="*/ 3914775 w 7753350"/>
              <a:gd name="csY7" fmla="*/ 723900 h 942975"/>
              <a:gd name="csX8" fmla="*/ 4591050 w 7753350"/>
              <a:gd name="csY8" fmla="*/ 885825 h 942975"/>
              <a:gd name="csX9" fmla="*/ 5095875 w 7753350"/>
              <a:gd name="csY9" fmla="*/ 942975 h 942975"/>
              <a:gd name="csX10" fmla="*/ 5600700 w 7753350"/>
              <a:gd name="csY10" fmla="*/ 885825 h 942975"/>
              <a:gd name="csX11" fmla="*/ 6029325 w 7753350"/>
              <a:gd name="csY11" fmla="*/ 838200 h 942975"/>
              <a:gd name="csX12" fmla="*/ 6524625 w 7753350"/>
              <a:gd name="csY12" fmla="*/ 771525 h 942975"/>
              <a:gd name="csX13" fmla="*/ 6943725 w 7753350"/>
              <a:gd name="csY13" fmla="*/ 647700 h 942975"/>
              <a:gd name="csX14" fmla="*/ 7362825 w 7753350"/>
              <a:gd name="csY14" fmla="*/ 438150 h 942975"/>
              <a:gd name="csX15" fmla="*/ 7753350 w 7753350"/>
              <a:gd name="csY15" fmla="*/ 95250 h 942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7753350" h="942975">
                <a:moveTo>
                  <a:pt x="0" y="0"/>
                </a:moveTo>
                <a:lnTo>
                  <a:pt x="742950" y="57150"/>
                </a:lnTo>
                <a:cubicBezTo>
                  <a:pt x="928687" y="69850"/>
                  <a:pt x="1114425" y="76200"/>
                  <a:pt x="1114425" y="76200"/>
                </a:cubicBezTo>
                <a:cubicBezTo>
                  <a:pt x="1268413" y="84138"/>
                  <a:pt x="1484313" y="85725"/>
                  <a:pt x="1666875" y="104775"/>
                </a:cubicBezTo>
                <a:cubicBezTo>
                  <a:pt x="1849437" y="123825"/>
                  <a:pt x="2027238" y="153988"/>
                  <a:pt x="2209800" y="190500"/>
                </a:cubicBezTo>
                <a:cubicBezTo>
                  <a:pt x="2392362" y="227012"/>
                  <a:pt x="2576513" y="266700"/>
                  <a:pt x="2762250" y="323850"/>
                </a:cubicBezTo>
                <a:cubicBezTo>
                  <a:pt x="2947987" y="381000"/>
                  <a:pt x="3132138" y="466725"/>
                  <a:pt x="3324225" y="533400"/>
                </a:cubicBezTo>
                <a:cubicBezTo>
                  <a:pt x="3516312" y="600075"/>
                  <a:pt x="3703638" y="665163"/>
                  <a:pt x="3914775" y="723900"/>
                </a:cubicBezTo>
                <a:cubicBezTo>
                  <a:pt x="4125912" y="782637"/>
                  <a:pt x="4394200" y="849313"/>
                  <a:pt x="4591050" y="885825"/>
                </a:cubicBezTo>
                <a:cubicBezTo>
                  <a:pt x="4787900" y="922338"/>
                  <a:pt x="4927600" y="942975"/>
                  <a:pt x="5095875" y="942975"/>
                </a:cubicBezTo>
                <a:cubicBezTo>
                  <a:pt x="5264150" y="942975"/>
                  <a:pt x="5600700" y="885825"/>
                  <a:pt x="5600700" y="885825"/>
                </a:cubicBezTo>
                <a:lnTo>
                  <a:pt x="6029325" y="838200"/>
                </a:lnTo>
                <a:cubicBezTo>
                  <a:pt x="6183313" y="819150"/>
                  <a:pt x="6372225" y="803275"/>
                  <a:pt x="6524625" y="771525"/>
                </a:cubicBezTo>
                <a:cubicBezTo>
                  <a:pt x="6677025" y="739775"/>
                  <a:pt x="6804025" y="703262"/>
                  <a:pt x="6943725" y="647700"/>
                </a:cubicBezTo>
                <a:cubicBezTo>
                  <a:pt x="7083425" y="592138"/>
                  <a:pt x="7227888" y="530225"/>
                  <a:pt x="7362825" y="438150"/>
                </a:cubicBezTo>
                <a:cubicBezTo>
                  <a:pt x="7497763" y="346075"/>
                  <a:pt x="7625556" y="220662"/>
                  <a:pt x="7753350" y="952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EB6E0DF7-9A30-2B74-E259-C2DCEDFC6582}"/>
              </a:ext>
            </a:extLst>
          </p:cNvPr>
          <p:cNvCxnSpPr/>
          <p:nvPr/>
        </p:nvCxnSpPr>
        <p:spPr>
          <a:xfrm flipV="1">
            <a:off x="8729910" y="3802108"/>
            <a:ext cx="827314" cy="10450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69EC73AE-1B66-431F-38AF-68076FF0BD12}"/>
              </a:ext>
            </a:extLst>
          </p:cNvPr>
          <p:cNvCxnSpPr>
            <a:cxnSpLocks/>
          </p:cNvCxnSpPr>
          <p:nvPr/>
        </p:nvCxnSpPr>
        <p:spPr>
          <a:xfrm>
            <a:off x="9268366" y="3723876"/>
            <a:ext cx="330092" cy="695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5C799643-CA7C-1789-0456-AC1CEFBC3909}"/>
              </a:ext>
            </a:extLst>
          </p:cNvPr>
          <p:cNvCxnSpPr>
            <a:cxnSpLocks/>
          </p:cNvCxnSpPr>
          <p:nvPr/>
        </p:nvCxnSpPr>
        <p:spPr>
          <a:xfrm flipV="1">
            <a:off x="10535605" y="3599392"/>
            <a:ext cx="541266" cy="927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A7B8FDEA-B40A-815F-1260-0A05EA28BDBB}"/>
              </a:ext>
            </a:extLst>
          </p:cNvPr>
          <p:cNvCxnSpPr>
            <a:cxnSpLocks/>
          </p:cNvCxnSpPr>
          <p:nvPr/>
        </p:nvCxnSpPr>
        <p:spPr>
          <a:xfrm>
            <a:off x="10746779" y="3518903"/>
            <a:ext cx="330092" cy="695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79609655-0740-3186-F44C-31A99A21D07E}"/>
              </a:ext>
            </a:extLst>
          </p:cNvPr>
          <p:cNvSpPr txBox="1"/>
          <p:nvPr/>
        </p:nvSpPr>
        <p:spPr>
          <a:xfrm rot="19332009">
            <a:off x="8803490" y="2890745"/>
            <a:ext cx="101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HW Flat</a:t>
            </a:r>
            <a:endParaRPr lang="fr-CH" sz="1600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46A5888E-4C90-12F5-A83F-75674C8A2FB0}"/>
              </a:ext>
            </a:extLst>
          </p:cNvPr>
          <p:cNvSpPr txBox="1"/>
          <p:nvPr/>
        </p:nvSpPr>
        <p:spPr>
          <a:xfrm>
            <a:off x="10331432" y="2157129"/>
            <a:ext cx="101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HW Flat</a:t>
            </a:r>
            <a:endParaRPr lang="fr-CH" sz="1600"/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E858AF33-8AA1-F803-F35B-DECB8A3B8089}"/>
              </a:ext>
            </a:extLst>
          </p:cNvPr>
          <p:cNvSpPr txBox="1"/>
          <p:nvPr/>
        </p:nvSpPr>
        <p:spPr>
          <a:xfrm rot="172117">
            <a:off x="2747755" y="3167823"/>
            <a:ext cx="101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HW Flat</a:t>
            </a:r>
            <a:endParaRPr lang="fr-CH" sz="1600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50D3C9DA-1439-56BA-3E10-2CBDADC031D4}"/>
              </a:ext>
            </a:extLst>
          </p:cNvPr>
          <p:cNvSpPr txBox="1"/>
          <p:nvPr/>
        </p:nvSpPr>
        <p:spPr>
          <a:xfrm rot="1212817">
            <a:off x="5056039" y="2819234"/>
            <a:ext cx="101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HW Flat</a:t>
            </a:r>
            <a:endParaRPr lang="fr-CH" sz="1600"/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0966847C-237C-16DA-EF07-A3B96B947ACB}"/>
              </a:ext>
            </a:extLst>
          </p:cNvPr>
          <p:cNvCxnSpPr>
            <a:stCxn id="26" idx="3"/>
          </p:cNvCxnSpPr>
          <p:nvPr/>
        </p:nvCxnSpPr>
        <p:spPr>
          <a:xfrm flipH="1" flipV="1">
            <a:off x="9287329" y="2157129"/>
            <a:ext cx="1042534" cy="152904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FE27C581-ECAD-FE0C-6448-9806CD73E118}"/>
              </a:ext>
            </a:extLst>
          </p:cNvPr>
          <p:cNvCxnSpPr>
            <a:cxnSpLocks/>
          </p:cNvCxnSpPr>
          <p:nvPr/>
        </p:nvCxnSpPr>
        <p:spPr>
          <a:xfrm flipV="1">
            <a:off x="6659568" y="2839379"/>
            <a:ext cx="133218" cy="141745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BF75A26C-5876-AF8F-9489-81E0A7EC7367}"/>
              </a:ext>
            </a:extLst>
          </p:cNvPr>
          <p:cNvCxnSpPr>
            <a:cxnSpLocks/>
          </p:cNvCxnSpPr>
          <p:nvPr/>
        </p:nvCxnSpPr>
        <p:spPr>
          <a:xfrm flipV="1">
            <a:off x="4059270" y="2278661"/>
            <a:ext cx="474310" cy="2036164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47D88C2F-377F-F649-5467-F0709CC5EEE5}"/>
              </a:ext>
            </a:extLst>
          </p:cNvPr>
          <p:cNvSpPr txBox="1"/>
          <p:nvPr/>
        </p:nvSpPr>
        <p:spPr>
          <a:xfrm rot="19332009">
            <a:off x="9856254" y="3625813"/>
            <a:ext cx="1344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FW </a:t>
            </a:r>
            <a:r>
              <a:rPr lang="fr-FR" sz="1200" err="1"/>
              <a:t>Ramp</a:t>
            </a:r>
            <a:r>
              <a:rPr lang="fr-FR" sz="1200"/>
              <a:t> </a:t>
            </a:r>
            <a:endParaRPr lang="fr-CH" sz="120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6E8228DA-7428-CD53-6427-47A472E45720}"/>
              </a:ext>
            </a:extLst>
          </p:cNvPr>
          <p:cNvSpPr txBox="1"/>
          <p:nvPr/>
        </p:nvSpPr>
        <p:spPr>
          <a:xfrm>
            <a:off x="10587013" y="3620133"/>
            <a:ext cx="1344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/>
              <a:t>FW flat  </a:t>
            </a:r>
            <a:endParaRPr lang="fr-CH" sz="1200"/>
          </a:p>
        </p:txBody>
      </p: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DD43AF3D-7862-A483-BBBD-06548A4B9A54}"/>
              </a:ext>
            </a:extLst>
          </p:cNvPr>
          <p:cNvCxnSpPr>
            <a:cxnSpLocks/>
          </p:cNvCxnSpPr>
          <p:nvPr/>
        </p:nvCxnSpPr>
        <p:spPr>
          <a:xfrm flipH="1" flipV="1">
            <a:off x="8529515" y="2585451"/>
            <a:ext cx="728267" cy="133884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97FF739-6FC7-D38D-604B-E00F16235F5A}"/>
              </a:ext>
            </a:extLst>
          </p:cNvPr>
          <p:cNvSpPr txBox="1"/>
          <p:nvPr/>
        </p:nvSpPr>
        <p:spPr>
          <a:xfrm rot="20910625">
            <a:off x="7208255" y="3793770"/>
            <a:ext cx="101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HW Flat</a:t>
            </a:r>
            <a:endParaRPr lang="fr-CH" sz="1600"/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16C9FDA1-E0C1-1079-7151-5D489C25C6FB}"/>
              </a:ext>
            </a:extLst>
          </p:cNvPr>
          <p:cNvSpPr txBox="1"/>
          <p:nvPr/>
        </p:nvSpPr>
        <p:spPr>
          <a:xfrm rot="20618920">
            <a:off x="7550236" y="3972437"/>
            <a:ext cx="1188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FW flat  </a:t>
            </a:r>
            <a:endParaRPr lang="fr-CH" sz="140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FA9A65A-62B0-722C-DEB6-49D2A6A323FD}"/>
              </a:ext>
            </a:extLst>
          </p:cNvPr>
          <p:cNvSpPr/>
          <p:nvPr/>
        </p:nvSpPr>
        <p:spPr>
          <a:xfrm>
            <a:off x="6574971" y="4082143"/>
            <a:ext cx="3450772" cy="424543"/>
          </a:xfrm>
          <a:custGeom>
            <a:avLst/>
            <a:gdLst>
              <a:gd name="csX0" fmla="*/ 0 w 3450772"/>
              <a:gd name="csY0" fmla="*/ 413657 h 424543"/>
              <a:gd name="csX1" fmla="*/ 348343 w 3450772"/>
              <a:gd name="csY1" fmla="*/ 424543 h 424543"/>
              <a:gd name="csX2" fmla="*/ 598715 w 3450772"/>
              <a:gd name="csY2" fmla="*/ 413657 h 424543"/>
              <a:gd name="csX3" fmla="*/ 827315 w 3450772"/>
              <a:gd name="csY3" fmla="*/ 370114 h 424543"/>
              <a:gd name="csX4" fmla="*/ 1055915 w 3450772"/>
              <a:gd name="csY4" fmla="*/ 304800 h 424543"/>
              <a:gd name="csX5" fmla="*/ 1251858 w 3450772"/>
              <a:gd name="csY5" fmla="*/ 239486 h 424543"/>
              <a:gd name="csX6" fmla="*/ 1589315 w 3450772"/>
              <a:gd name="csY6" fmla="*/ 152400 h 424543"/>
              <a:gd name="csX7" fmla="*/ 1883229 w 3450772"/>
              <a:gd name="csY7" fmla="*/ 97971 h 424543"/>
              <a:gd name="csX8" fmla="*/ 2373086 w 3450772"/>
              <a:gd name="csY8" fmla="*/ 54428 h 424543"/>
              <a:gd name="csX9" fmla="*/ 2612572 w 3450772"/>
              <a:gd name="csY9" fmla="*/ 32657 h 424543"/>
              <a:gd name="csX10" fmla="*/ 2786743 w 3450772"/>
              <a:gd name="csY10" fmla="*/ 32657 h 424543"/>
              <a:gd name="csX11" fmla="*/ 3102429 w 3450772"/>
              <a:gd name="csY11" fmla="*/ 10886 h 424543"/>
              <a:gd name="csX12" fmla="*/ 3450772 w 3450772"/>
              <a:gd name="csY12" fmla="*/ 0 h 42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50772" h="424543">
                <a:moveTo>
                  <a:pt x="0" y="413657"/>
                </a:moveTo>
                <a:cubicBezTo>
                  <a:pt x="124278" y="419100"/>
                  <a:pt x="248557" y="424543"/>
                  <a:pt x="348343" y="424543"/>
                </a:cubicBezTo>
                <a:cubicBezTo>
                  <a:pt x="448129" y="424543"/>
                  <a:pt x="518886" y="422729"/>
                  <a:pt x="598715" y="413657"/>
                </a:cubicBezTo>
                <a:cubicBezTo>
                  <a:pt x="678544" y="404585"/>
                  <a:pt x="751115" y="388257"/>
                  <a:pt x="827315" y="370114"/>
                </a:cubicBezTo>
                <a:cubicBezTo>
                  <a:pt x="903515" y="351971"/>
                  <a:pt x="985158" y="326571"/>
                  <a:pt x="1055915" y="304800"/>
                </a:cubicBezTo>
                <a:cubicBezTo>
                  <a:pt x="1126672" y="283029"/>
                  <a:pt x="1162958" y="264886"/>
                  <a:pt x="1251858" y="239486"/>
                </a:cubicBezTo>
                <a:cubicBezTo>
                  <a:pt x="1340758" y="214086"/>
                  <a:pt x="1484087" y="175986"/>
                  <a:pt x="1589315" y="152400"/>
                </a:cubicBezTo>
                <a:cubicBezTo>
                  <a:pt x="1694544" y="128814"/>
                  <a:pt x="1752601" y="114300"/>
                  <a:pt x="1883229" y="97971"/>
                </a:cubicBezTo>
                <a:cubicBezTo>
                  <a:pt x="2013858" y="81642"/>
                  <a:pt x="2373086" y="54428"/>
                  <a:pt x="2373086" y="54428"/>
                </a:cubicBezTo>
                <a:cubicBezTo>
                  <a:pt x="2494643" y="43542"/>
                  <a:pt x="2543629" y="36285"/>
                  <a:pt x="2612572" y="32657"/>
                </a:cubicBezTo>
                <a:cubicBezTo>
                  <a:pt x="2681515" y="29029"/>
                  <a:pt x="2705100" y="36285"/>
                  <a:pt x="2786743" y="32657"/>
                </a:cubicBezTo>
                <a:cubicBezTo>
                  <a:pt x="2868386" y="29028"/>
                  <a:pt x="2991758" y="16329"/>
                  <a:pt x="3102429" y="10886"/>
                </a:cubicBezTo>
                <a:cubicBezTo>
                  <a:pt x="3213100" y="5443"/>
                  <a:pt x="3331936" y="2721"/>
                  <a:pt x="3450772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518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297C9CF-9305-5DEC-D323-4A56E32B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32" y="1194232"/>
            <a:ext cx="9866278" cy="4790378"/>
          </a:xfrm>
          <a:prstGeom prst="rect">
            <a:avLst/>
          </a:prstGeom>
          <a:scene3d>
            <a:camera prst="orthographicFront">
              <a:rot lat="0" lon="11099976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7364968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F85C86C45FE74D888C2008C06E20CA" ma:contentTypeVersion="5" ma:contentTypeDescription="Een nieuw document maken." ma:contentTypeScope="" ma:versionID="459beab9f241ccc6b0e9575ad04df286">
  <xsd:schema xmlns:xsd="http://www.w3.org/2001/XMLSchema" xmlns:xs="http://www.w3.org/2001/XMLSchema" xmlns:p="http://schemas.microsoft.com/office/2006/metadata/properties" xmlns:ns3="40df5fc2-97f5-4726-9891-8a3ad2bb92f4" targetNamespace="http://schemas.microsoft.com/office/2006/metadata/properties" ma:root="true" ma:fieldsID="c5b78d9c8e00d39364ef3344d59b1af4" ns3:_="">
    <xsd:import namespace="40df5fc2-97f5-4726-9891-8a3ad2bb92f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df5fc2-97f5-4726-9891-8a3ad2bb92f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0df5fc2-97f5-4726-9891-8a3ad2bb92f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89A315-B498-47A4-8058-6B73234E190A}">
  <ds:schemaRefs>
    <ds:schemaRef ds:uri="40df5fc2-97f5-4726-9891-8a3ad2bb92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42B7AB-F3BB-4EA1-9AAE-4C543ECC98C4}">
  <ds:schemaRefs>
    <ds:schemaRef ds:uri="40df5fc2-97f5-4726-9891-8a3ad2bb92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ED23507-2994-4405-8609-3ABBF42C3A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Thème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Oliver</dc:creator>
  <cp:revision>1</cp:revision>
  <dcterms:created xsi:type="dcterms:W3CDTF">2026-03-27T17:18:15Z</dcterms:created>
  <dcterms:modified xsi:type="dcterms:W3CDTF">2026-03-28T16:27:02Z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0x010100D6F85C86C45FE74D888C2008C06E20CA</vt:lpwstr>
  </property>
</Properties>
</file>